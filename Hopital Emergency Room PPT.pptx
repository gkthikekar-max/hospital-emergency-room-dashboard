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C49AA-A79D-84D4-A8E0-7C92253AD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082" y="-214316"/>
            <a:ext cx="1247776" cy="124777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10371E-AEA3-8AEE-A4DF-26C3DDB6E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8365C-F22A-3911-63B5-8E41E4DE5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082" y="-214316"/>
            <a:ext cx="1247776" cy="124777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6B96DC-BAF8-67B9-A7C4-14ECA9FC11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B91929-5C4D-AA6F-8267-56D129B10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082" y="-214316"/>
            <a:ext cx="1247776" cy="124777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30F8B0-6301-0EE3-594B-12B1CBD36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F1FB1F-4360-60B2-C869-D103A244F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082" y="-214316"/>
            <a:ext cx="1247776" cy="124777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5473B9-3037-9D7E-2E17-2E2517ECF6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F0C267-ABCE-D04F-54AC-7C421C108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082" y="-214316"/>
            <a:ext cx="1247776" cy="124777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C46809-1473-5728-BD92-CF24E194D0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362E2-474C-015A-8087-A19306A1A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082" y="-214316"/>
            <a:ext cx="1247776" cy="124777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5BE6BB-5F3B-41A9-E8DF-76BCF2287B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486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Suchita Khaire</cp:lastModifiedBy>
  <cp:revision>7</cp:revision>
  <dcterms:created xsi:type="dcterms:W3CDTF">2024-11-24T05:55:51Z</dcterms:created>
  <dcterms:modified xsi:type="dcterms:W3CDTF">2026-05-02T11:55:25Z</dcterms:modified>
</cp:coreProperties>
</file>